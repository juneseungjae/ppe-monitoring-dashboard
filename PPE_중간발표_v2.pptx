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64008" cy="2377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기반 AI 서비스 과정  ·  2026.03.31 ~ 05.18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산업현장 PPE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 시스템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 기반 안전보호구 착용 감지 및 관리 플랫폼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3547872"/>
            <a:ext cx="502920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749040"/>
            <a:ext cx="1554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94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김인섭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1788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총괄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04288" y="3749040"/>
            <a:ext cx="1554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3794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성기원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04288" y="41788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50208" y="3749040"/>
            <a:ext cx="1554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3794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전승재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50208" y="41788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96128" y="3749040"/>
            <a:ext cx="1554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3794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조영욱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96128" y="41788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42048" y="3749040"/>
            <a:ext cx="1554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3794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42048" y="41788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안전좋아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&amp; 문제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 미착용 수작업 점검 → 누락 위험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39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안전사고 발생 시 사후 대응에 그침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25496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980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카메라 동시 모니터링 인력 한계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56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기록 체계적 관리 미흡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목표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 실시간 AI 분석으로 자동 탐지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167128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1396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 · 조끼 미착용 즉시 알람 &amp; 로그 저장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825496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카메라 동시 감지 대시보드 운영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483864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이력 관리 및 조치 처리 시스템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현장을 대신 감시한다 — 안전관리자의 눈을 24시간으로 확장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시스템 아키텍처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3291840" cy="777240"/>
          </a:xfrm>
          <a:prstGeom prst="rect">
            <a:avLst/>
          </a:prstGeom>
          <a:solidFill>
            <a:srgbClr val="1A27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914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Dashboard  (port 5173)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0" cy="5029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669280" y="1691640"/>
            <a:ext cx="0" cy="5029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474720" cy="1005840"/>
          </a:xfrm>
          <a:prstGeom prst="rect">
            <a:avLst/>
          </a:prstGeom>
          <a:solidFill>
            <a:srgbClr val="1A2A1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 ·  WebSocket (STOMP)  ·  MySQL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194560"/>
            <a:ext cx="3474720" cy="1005840"/>
          </a:xfrm>
          <a:prstGeom prst="rect">
            <a:avLst/>
          </a:prstGeom>
          <a:solidFill>
            <a:srgbClr val="1A1A2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Detector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추론  ·  4카메라 병렬  ·  /live-detections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200400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949440" y="3200400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347472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 (teampj DB)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3657600"/>
            <a:ext cx="347472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6576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Model  (best.pt)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helmet / no-helmet / vest / no-vest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8080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8000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기술 스택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React 18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TailwindCSS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13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STOMP.js / SockJS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40233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35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Spring Boot 3.4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Spring Data JPA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Spring WebSocket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313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MySQL 8.0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402336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Detector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FastAPI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YOLOv8n (Ultralytics)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OpenCV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Python 3.10+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97180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/ Tools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 / GitHub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VS Code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Roboflow Dataset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Bytetrack Tracker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주요 기능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058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CCTV 모니터링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2194560" cy="18288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카메라 동시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중에만 바운딩박스 오버레이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위반=빨간박스 / 정상=파란박스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914400"/>
            <a:ext cx="64008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0058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위반 감지 &amp; 알람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2424" y="1417320"/>
            <a:ext cx="2194560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신뢰도 0.45 이상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실시간 알람 수신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300초 쿨다운으로 중복 방지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91440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914400"/>
            <a:ext cx="64008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0058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KPI 대시보드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1417320"/>
            <a:ext cx="2194560" cy="18288"/>
          </a:xfrm>
          <a:prstGeom prst="rect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CCTV / 정상 / 오프라인 현황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건수 / 처리율 실시간 집계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위반 분포 통계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88920"/>
            <a:ext cx="64008" cy="1691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80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관리 페이지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" y="3291840"/>
            <a:ext cx="219456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3558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안전관리자 로그인 (Spring Boot 연동)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CCTV·상태별 필터링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처리완료 실시간 DB 반영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78892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27889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2880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성능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92424" y="3291840"/>
            <a:ext cx="219456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33558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· Construction Safety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FPS / 카메라별 독립 인스턴스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helmet · no-helmet · vest · no-vest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278892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2788920"/>
            <a:ext cx="64008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880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업로드 분석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54496" y="3291840"/>
            <a:ext cx="2194560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33558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카메라별 영상 교체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즉시 이전 bbox 초기화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영상 &amp; 실시간 RTSP 모두 지원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팀원 역할 분담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1554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김인섭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88720" cy="32004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총괄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45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일정 및 방향 조율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5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 및 문서화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45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커뮤니케이션 관리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48256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868680"/>
            <a:ext cx="155448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성기원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31136" y="1463040"/>
            <a:ext cx="1188720" cy="320040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31136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31136" y="1938528"/>
            <a:ext cx="4572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REST API 개발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31136" y="2560320"/>
            <a:ext cx="4572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40864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스키마 설계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31136" y="3182112"/>
            <a:ext cx="4572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40864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이벤트 브로드캐스트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30752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0752" y="868680"/>
            <a:ext cx="15544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전승재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13632" y="1463040"/>
            <a:ext cx="1188720" cy="32004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13632" y="1938528"/>
            <a:ext cx="45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인증 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13632" y="2560320"/>
            <a:ext cx="45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Entity/Repository 설계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13632" y="3182112"/>
            <a:ext cx="45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쿨다운 로직 구현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13248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3248" y="868680"/>
            <a:ext cx="1554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조영욱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596128" y="1463040"/>
            <a:ext cx="1188720" cy="32004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96128" y="1938528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5856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모델 학습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96128" y="2560320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05856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Roboflow 데이터셋 구성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96128" y="3182112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성능 벤치마킹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95744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95744" y="868680"/>
            <a:ext cx="15544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95744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박종인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78624" y="1463040"/>
            <a:ext cx="1188720" cy="320040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78624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78624" y="1938528"/>
            <a:ext cx="4572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88352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 개발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278624" y="2560320"/>
            <a:ext cx="4572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88352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연동 및 bbox 렌더링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78624" y="3182112"/>
            <a:ext cx="4572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88352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관리 페이지 구현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개발 현황 및 일정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152144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08760" y="914400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9144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환경설정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9144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정의, 기술 스택 선정, 개발 환경 구성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996696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996696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91056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9105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1828800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508760" y="1591056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5910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학습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159105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학습, Roboflow 데이터셋, 성능 검증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1673352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673352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67712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677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2505456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508760" y="2267712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22677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개발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22677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API, MySQL DB, WebSocket 구현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2350008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2350008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944368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443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0160" y="3182112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508760" y="2944368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29443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개발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0" y="29443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대시보드, 실시간 bbox, 조치 관리 페이지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26664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3026664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621024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2102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280160" y="3858768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508760" y="3621024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0" y="3621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&amp; 최적화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0" y="36210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4카메라 동시 감지, 쿨다운 300초, 안정화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55280" y="3703320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703320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297680"/>
            <a:ext cx="914400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29768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280160" y="4535424"/>
            <a:ext cx="228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508760" y="4297680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45920" y="42976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· 발표 준비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0" y="4297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시나리오, 발표자료, 버그 수정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55280" y="4379976"/>
            <a:ext cx="749808" cy="30175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4379976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0" kern="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준비 완료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9232"/>
            <a:ext cx="1234440" cy="1828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4카메라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감지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26080" y="2999232"/>
            <a:ext cx="1234440" cy="1828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감지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수신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2999232"/>
            <a:ext cx="1234440" cy="18288"/>
          </a:xfrm>
          <a:prstGeom prst="rect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대시보드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0" y="2999232"/>
            <a:ext cx="1234440" cy="18288"/>
          </a:xfrm>
          <a:prstGeom prst="rect">
            <a:avLst/>
          </a:prstGeom>
          <a:solidFill>
            <a:srgbClr val="00D4AA">
              <a:alpha val="60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관리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처리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4041648"/>
            <a:ext cx="640080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04164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github.com/zeroziba9-hash/PPE-Monitoring-Dashboard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안전좋아  ·  클라우드 기반 AI 서비스 과정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API 명세서  -  Spring Boot  (:8080)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686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804672"/>
            <a:ext cx="242316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80467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804672"/>
            <a:ext cx="21488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804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804672"/>
            <a:ext cx="32004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804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/ Response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207008"/>
            <a:ext cx="868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1207008"/>
            <a:ext cx="24231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1207008"/>
            <a:ext cx="21488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207008"/>
            <a:ext cx="32004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" y="1389888"/>
            <a:ext cx="713232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38988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07592" y="1207008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/api/event/latest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76472" y="120700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이벤트 조회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71032" y="120700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EventResponse[]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1938528"/>
            <a:ext cx="8686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1938528"/>
            <a:ext cx="242316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1938528"/>
            <a:ext cx="214884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938528"/>
            <a:ext cx="320040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" y="2121408"/>
            <a:ext cx="713232" cy="27432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1214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07592" y="1938528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/api/event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76472" y="193852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생성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71032" y="193852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cctvNo, detectedCode,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confidence, bboxJson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EventResponse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670048"/>
            <a:ext cx="868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2670048"/>
            <a:ext cx="24231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70048"/>
            <a:ext cx="21488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670048"/>
            <a:ext cx="32004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" y="2852928"/>
            <a:ext cx="713232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285292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07592" y="2670048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/api/event/{eventId}/status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76472" y="267004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상태 변경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71032" y="267004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status: RESOLVED|OPEN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EventResponse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401568"/>
            <a:ext cx="8686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3401568"/>
            <a:ext cx="242316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03320" y="3401568"/>
            <a:ext cx="214884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3401568"/>
            <a:ext cx="320040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192" y="3584448"/>
            <a:ext cx="713232" cy="27432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5844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307592" y="3401568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/api/users/login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776472" y="340156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안전관리자 로그인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71032" y="340156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employeeId, password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UserResponse / 401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133088"/>
            <a:ext cx="868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34440" y="4133088"/>
            <a:ext cx="24231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03320" y="4133088"/>
            <a:ext cx="21488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97880" y="4133088"/>
            <a:ext cx="32004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3192" y="4315968"/>
            <a:ext cx="713232" cy="274320"/>
          </a:xfrm>
          <a:prstGeom prst="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431596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307592" y="4133088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/ws/events -&gt; /topic/events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776472" y="413308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이벤트 수신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71032" y="413308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STOMP SUBSCRIBE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EventResponse (push)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API 명세서  -  FastAPI  (:8000)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686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804672"/>
            <a:ext cx="22402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8046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804672"/>
            <a:ext cx="22402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8046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804672"/>
            <a:ext cx="32918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804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/ Response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207008"/>
            <a:ext cx="868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1207008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207008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207008"/>
            <a:ext cx="32918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" y="1389888"/>
            <a:ext cx="713232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38988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07592" y="120700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/live-detections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93592" y="120700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바운딩박스 조회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79592" y="1207008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detectionsByCamera{}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1938528"/>
            <a:ext cx="8686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1938528"/>
            <a:ext cx="22402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1938528"/>
            <a:ext cx="22402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938528"/>
            <a:ext cx="329184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" y="2121408"/>
            <a:ext cx="713232" cy="27432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1214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07592" y="193852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/start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93592" y="193852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감지 시작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79592" y="1938528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source, cameraName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{ok, running}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670048"/>
            <a:ext cx="868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2670048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2670048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06440" y="2670048"/>
            <a:ext cx="32918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" y="2852928"/>
            <a:ext cx="713232" cy="27432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285292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07592" y="267004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/analyze-upload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93592" y="267004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영상 분석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79592" y="2670048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file(mp4), cameraName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{ok, running}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401568"/>
            <a:ext cx="8686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3401568"/>
            <a:ext cx="22402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401568"/>
            <a:ext cx="224028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06440" y="3401568"/>
            <a:ext cx="3291840" cy="658368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192" y="3584448"/>
            <a:ext cx="713232" cy="27432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5844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307592" y="340156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/stop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93592" y="340156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감지 중단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79592" y="3401568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{ok, running:false}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133088"/>
            <a:ext cx="868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34440" y="4133088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0440" y="4133088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06440" y="4133088"/>
            <a:ext cx="32918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3192" y="4315968"/>
            <a:ext cx="713232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431596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307592" y="413308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/status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93592" y="413308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감지기 상태 확인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79592" y="4133088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req: 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res: running, sentCount,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classNames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DB 명세서  -  MySQL  (teampj)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 cctv_event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931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event_id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8308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80360" y="1188720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AUTO_INCREMENT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527048"/>
            <a:ext cx="393192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27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cctv_no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5270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5270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이름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65376"/>
            <a:ext cx="3931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65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detected_code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83080" y="18653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8653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1=헬멧 2=조끼 3=둘다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203704"/>
            <a:ext cx="393192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037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detected_at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22037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2037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 시각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542032"/>
            <a:ext cx="3931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83080" y="2542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542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 신뢰도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880360"/>
            <a:ext cx="393192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bbox_json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LONGTEXT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바운딩박스 좌표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218688"/>
            <a:ext cx="3931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186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completed_flag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83080" y="32186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TINYINT(1)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2186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완료 여부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557016"/>
            <a:ext cx="393192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570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completed_at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83080" y="35570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0" y="3557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완료 시각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895344"/>
            <a:ext cx="3931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953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83080" y="38953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38953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시각 (auto)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233672"/>
            <a:ext cx="393192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233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updated_at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83080" y="4233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91840" y="4233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시각 (auto)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 safety_managers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54880" y="1188720"/>
            <a:ext cx="40690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employee_id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675120" y="1188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VARCHAR(5)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80960" y="1188720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92440" y="118872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사원번호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4880" y="1527048"/>
            <a:ext cx="406908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1527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employee_name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75120" y="15270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92440" y="152704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1865376"/>
            <a:ext cx="40690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1865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675120" y="18653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92440" y="186537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54880" y="2203704"/>
            <a:ext cx="406908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2203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safety_manager_flag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675120" y="2203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TINYINT(1)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92440" y="220370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여부 (default 1)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54880" y="2542032"/>
            <a:ext cx="40690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2542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675120" y="2542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92440" y="254203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시각 (auto)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2880360"/>
            <a:ext cx="4069080" cy="320040"/>
          </a:xfrm>
          <a:prstGeom prst="rect">
            <a:avLst/>
          </a:prstGeom>
          <a:solidFill>
            <a:srgbClr val="1319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updated_at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675120" y="2880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092440" y="288036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시각 (auto)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detected_code  -&gt;  1: 헬멧 미착용   2: 조끼 미착용   3: 둘 다 미착용     demo: safety-admin / admin1234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코드 스니펫  -  Backend  (성기원 · 전승재)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023360" cy="402336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02336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성기원 - WebSocket 브로드캐스트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3840480" cy="3429000"/>
          </a:xfrm>
          <a:prstGeom prst="rect">
            <a:avLst/>
          </a:prstGeom>
          <a:solidFill>
            <a:srgbClr val="0A0F15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71600"/>
            <a:ext cx="36941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// EventService.java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@Transactional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Event createEvent(...)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// 신규 이벤트 저장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Event saved = eventRepository.save(event);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// WebSocket으로 실시간 전송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messagingTemplate.convertAndSend(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"/topic/events",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EventResponse.from(saved)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return saved;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4023360" cy="4023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804672"/>
            <a:ext cx="402336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전승재 - 쿨다운 로직 · 인증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307592"/>
            <a:ext cx="3840480" cy="3429000"/>
          </a:xfrm>
          <a:prstGeom prst="rect">
            <a:avLst/>
          </a:prstGeom>
          <a:solidFill>
            <a:srgbClr val="0A0F15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371600"/>
            <a:ext cx="36941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// EventService.java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 static final long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EVENT_COOLDOWN_SECONDS = 300;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// 쿨다운 체크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(latest != null)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LocalDateTime cooldownUntil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latest.getDetectedAt()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.plusSeconds(COOLDOWN_SECONDS);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if (now.isBefore(cooldownUntil))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// 중복 방지: 새 이벤트 미생성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return latest;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코드 스니펫  -  AI · Frontend  (조영욱 · 박종인)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023360" cy="4023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0233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조영욱 - YOLOv8 추론 · 위반 감지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3840480" cy="3429000"/>
          </a:xfrm>
          <a:prstGeom prst="rect">
            <a:avLst/>
          </a:prstGeom>
          <a:solidFill>
            <a:srgbClr val="0A0F15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71600"/>
            <a:ext cx="36941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detector/main.py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_run_loop(source, cam, stop_ev):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 카메라별 독립 모델 인스턴스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model = YOLO(str(MODEL_PATH))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results = model.track(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source=frame,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persist=True,    # 트래킹 유지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conf=0.45,       # 신뢰도 임계값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tracker='bytetrack.yaml'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 no-helmet / no-vest 직접 감지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for det in raw_detections: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if 'no-helmet' in cls_name: code=1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elif 'no-vest' in cls_name: code=2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4023360" cy="40233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804672"/>
            <a:ext cx="402336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박종인 - React bbox 오버레이 렌더링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307592"/>
            <a:ext cx="3840480" cy="3429000"/>
          </a:xfrm>
          <a:prstGeom prst="rect">
            <a:avLst/>
          </a:prstGeom>
          <a:solidFill>
            <a:srgbClr val="0A0F15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371600"/>
            <a:ext cx="36941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// App.jsx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// 재생중 + 업로드 전환 아닐 때만 표시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{overlayDetections.length &gt;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&amp;&amp; playingCams[cam.id]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&amp;&amp; !bboxBlocked[cam.id]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&amp;&amp; overlayDetections.map((det,i)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const [x1,y1,x2,y2]=det.bboxNorm;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const isViolation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det.className.includes('no-');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return &lt;div style={{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left:  x1*100+'%',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top:   y1*100+'%',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width: (x2-x1)*100+'%',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border: isViolation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? '2px solid #ef4444'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: '2px solid #3b82f6'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}}/&gt;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})}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2026-04-28T02:07:41Z</dcterms:created>
  <dcterms:modified xsi:type="dcterms:W3CDTF">2026-04-28T02:07:41Z</dcterms:modified>
</cp:coreProperties>
</file>