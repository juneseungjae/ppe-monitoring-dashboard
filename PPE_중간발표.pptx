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64008" cy="23774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기반 AI 서비스 과정  ·  2026.03.31 ~ 05.18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산업현장 PPE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 시스템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영상 기반 안전보호구 착용 감지 및 관리 플랫폼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3547872"/>
            <a:ext cx="502920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749040"/>
            <a:ext cx="1536192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79476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김인섭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17880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총괄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04288" y="3749040"/>
            <a:ext cx="1536192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4288" y="379476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성기원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04288" y="417880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50208" y="3749040"/>
            <a:ext cx="1536192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379476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전승재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50208" y="417880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96128" y="3749040"/>
            <a:ext cx="1536192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379476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조영욱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96128" y="417880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42048" y="3749040"/>
            <a:ext cx="1536192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379476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42048" y="417880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안전좋아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&amp; 문제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보호구 미착용 수작업 점검 → 누락 위험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39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안전사고 발생 시 사후 대응에 그침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25496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980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카메라 동시 모니터링 인력 한계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83864"/>
            <a:ext cx="5486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56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기록 체계적 관리 미흡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목표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5486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영상 실시간 AI 분석으로 자동 탐지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167128"/>
            <a:ext cx="5486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1396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헬멧·조끼 미착용 즉시 알람 &amp; 로그 저장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825496"/>
            <a:ext cx="5486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7980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카메라 동시 감지 대시보드 운영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483864"/>
            <a:ext cx="54864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456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이력 관리 및 조치 처리 시스템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현장을 대신 감시한다 — 안전관리자의 눈을 24시간으로 확장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시스템 아키텍처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0" y="914400"/>
            <a:ext cx="3291840" cy="777240"/>
          </a:xfrm>
          <a:prstGeom prst="rect">
            <a:avLst/>
          </a:prstGeom>
          <a:solidFill>
            <a:srgbClr val="1A274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914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Dashboard  (port 5173)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0" cy="50292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669280" y="1691640"/>
            <a:ext cx="0" cy="50292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474720" cy="1005840"/>
          </a:xfrm>
          <a:prstGeom prst="rect">
            <a:avLst/>
          </a:prstGeom>
          <a:solidFill>
            <a:srgbClr val="1A2A1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 ·  WebSocket (STOMP)  ·  MySQL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2194560"/>
            <a:ext cx="3474720" cy="1005840"/>
          </a:xfrm>
          <a:prstGeom prst="rect">
            <a:avLst/>
          </a:prstGeom>
          <a:solidFill>
            <a:srgbClr val="1A1A2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Detector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5786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추론  ·  4카메라 병렬  ·  /live-detections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3200400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949440" y="3200400"/>
            <a:ext cx="0" cy="45720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347472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 (teampj DB)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3657600"/>
            <a:ext cx="3474720" cy="777240"/>
          </a:xfrm>
          <a:prstGeom prst="rect">
            <a:avLst/>
          </a:prstGeom>
          <a:solidFill>
            <a:srgbClr val="1F2937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6576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Model  (best.pt)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helmet / no-helmet / vest / no-vest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8080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8000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기술 스택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React 18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TailwindCSS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13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STOMP.js / SockJS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02336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40233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435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Spring Boot 3.4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728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Spring Data JPA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Spring WebSocket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313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MySQL 8.0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402336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Detector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FastAPI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YOLOv8n (Ultralytics)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OpenCV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Python 3.10+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971800"/>
            <a:ext cx="4023360" cy="173736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97180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63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/ Tools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 / GitHub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739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VS Code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Roboflow Dataset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4325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Bytetrack Tracker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주요 기능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058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CCTV 모니터링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417320"/>
            <a:ext cx="2194560" cy="18288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카메라 동시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 중에만 바운딩박스 오버레이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위반=빨간박스 / 정상=파란박스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91440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914400"/>
            <a:ext cx="64008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0058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위반 감지 &amp; 알람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92424" y="1417320"/>
            <a:ext cx="2194560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신뢰도 0.45 이상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실시간 알람 수신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300초 쿨다운으로 중복 방지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9904" y="91440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914400"/>
            <a:ext cx="64008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00584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KPI 대시보드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54496" y="1417320"/>
            <a:ext cx="2194560" cy="18288"/>
          </a:xfrm>
          <a:prstGeom prst="rect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CCTV / 정상 / 오프라인 현황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건수 / 처리율 실시간 집계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위반 분포 통계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88920"/>
            <a:ext cx="64008" cy="1691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80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관리 페이지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" y="3291840"/>
            <a:ext cx="219456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 w="12700">
            <a:solidFill>
              <a:srgbClr val="00D4A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3558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안전관리자 로그인 (Spring Boot 연동)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CCTV·상태별 필터링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처리완료 실시간 DB 반영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278892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278892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2880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성능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92424" y="3291840"/>
            <a:ext cx="2194560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33558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· Construction Safety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FPS / 카메라별 독립 인스턴스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helmet · no-helmet · vest · no-vest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2788920"/>
            <a:ext cx="269748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2788920"/>
            <a:ext cx="64008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8803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업로드 분석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54496" y="3291840"/>
            <a:ext cx="2194560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33558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카메라별 영상 교체 지원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즉시 이전 bbox 초기화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영상 &amp; 실시간 RTSP 모두 지원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팀원 역할 분담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1554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김인섭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88720" cy="32004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총괄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45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일정 및 방향 조율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45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 및 문서화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457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커뮤니케이션 관리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48256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8256" y="868680"/>
            <a:ext cx="155448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8256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성기원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31136" y="1463040"/>
            <a:ext cx="1188720" cy="320040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31136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31136" y="1938528"/>
            <a:ext cx="4572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40864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REST API 개발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31136" y="2560320"/>
            <a:ext cx="4572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40864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스키마 설계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31136" y="3182112"/>
            <a:ext cx="4572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40864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이벤트 브로드캐스트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30752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30752" y="868680"/>
            <a:ext cx="15544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0752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전승재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13632" y="1463040"/>
            <a:ext cx="1188720" cy="320040"/>
          </a:xfrm>
          <a:prstGeom prst="rect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13632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13632" y="1938528"/>
            <a:ext cx="45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인증 API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13632" y="2560320"/>
            <a:ext cx="45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 Entity/Repository 설계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13632" y="3182112"/>
            <a:ext cx="4572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쿨다운 로직 구현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13248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3248" y="868680"/>
            <a:ext cx="1554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조영욱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596128" y="1463040"/>
            <a:ext cx="1188720" cy="32004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학습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96128" y="1938528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05856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모델 학습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96128" y="2560320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05856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Roboflow 데이터셋 구성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96128" y="3182112"/>
            <a:ext cx="45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05856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성능 벤치마킹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95744" y="868680"/>
            <a:ext cx="1554480" cy="39776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95744" y="868680"/>
            <a:ext cx="15544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95744" y="9875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박종인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78624" y="1463040"/>
            <a:ext cx="1188720" cy="320040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78624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278624" y="1938528"/>
            <a:ext cx="4572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88352" y="1911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 개발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278624" y="2560320"/>
            <a:ext cx="4572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88352" y="253288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연동 및 bbox 렌더링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278624" y="3182112"/>
            <a:ext cx="4572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88352" y="315468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관리 페이지 구현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개발 현황 및 일정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152144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08760" y="914400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9144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환경설정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9144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정의, 기술 스택 선정, 개발 환경 구성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996696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996696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91056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9105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80160" y="1828800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508760" y="1591056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15910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학습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159105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YOLOv8n 학습, Roboflow 데이터셋, 성능 검증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1673352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673352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67712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677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80160" y="2505456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508760" y="2267712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22677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개발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22677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API, MySQL DB, WebSocket 구현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2350008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2350008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944368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443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0160" y="3182112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508760" y="2944368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29443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개발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0" y="29443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대시보드, 실시간 bbox, 조치 관리 페이지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026664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0" y="3026664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621024"/>
            <a:ext cx="914400" cy="475488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62102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280160" y="3858768"/>
            <a:ext cx="228600" cy="0"/>
          </a:xfrm>
          <a:prstGeom prst="line">
            <a:avLst/>
          </a:prstGeom>
          <a:noFill/>
          <a:ln w="12700">
            <a:solidFill>
              <a:srgbClr val="00D4A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508760" y="3621024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45920" y="36210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&amp; 최적화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0" y="36210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4카메라 동시 감지, 쿨다운 300초, 안정화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55280" y="3703320"/>
            <a:ext cx="749808" cy="301752"/>
          </a:xfrm>
          <a:prstGeom prst="rect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3703320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297680"/>
            <a:ext cx="914400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29768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280160" y="4535424"/>
            <a:ext cx="228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508760" y="4297680"/>
            <a:ext cx="726948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45920" y="42976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· 발표 준비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0" y="42976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시나리오, 발표자료, 버그 수정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55280" y="4379976"/>
            <a:ext cx="749808" cy="30175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4379976"/>
            <a:ext cx="7498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진행중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0" kern="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준비 완료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78308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9232"/>
            <a:ext cx="1234440" cy="18288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4카메라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감지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423160"/>
            <a:ext cx="178308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487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26080" y="2999232"/>
            <a:ext cx="1234440" cy="18288"/>
          </a:xfrm>
          <a:prstGeom prst="rect">
            <a:avLst/>
          </a:prstGeom>
          <a:solidFill>
            <a:srgbClr val="EF4444">
              <a:alpha val="60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063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감지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수신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178308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487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2999232"/>
            <a:ext cx="1234440" cy="18288"/>
          </a:xfrm>
          <a:prstGeom prst="rect">
            <a:avLst/>
          </a:prstGeom>
          <a:solidFill>
            <a:srgbClr val="4ADE80">
              <a:alpha val="60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063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대시보드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확인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423160"/>
            <a:ext cx="178308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4871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0" y="2999232"/>
            <a:ext cx="1234440" cy="18288"/>
          </a:xfrm>
          <a:prstGeom prst="rect">
            <a:avLst/>
          </a:prstGeom>
          <a:solidFill>
            <a:srgbClr val="00D4AA">
              <a:alpha val="60000"/>
            </a:srgbClr>
          </a:solidFill>
          <a:ln w="12700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063240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관리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처리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4041648"/>
            <a:ext cx="6400800" cy="438912"/>
          </a:xfrm>
          <a:prstGeom prst="rect">
            <a:avLst/>
          </a:prstGeom>
          <a:solidFill>
            <a:srgbClr val="1F293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04164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github.com/zeroziba9-hash/PPE-Monitoring-Dashboard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안전좋아  ·  클라우드 기반 AI 서비스 과정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PPE 모니터링 시스템 - 중간발표</dc:title>
  <dc:subject>PptxGenJS Presentation</dc:subject>
  <dc:creator>PptxGenJS</dc:creator>
  <cp:lastModifiedBy>PptxGenJS</cp:lastModifiedBy>
  <cp:revision>1</cp:revision>
  <dcterms:created xsi:type="dcterms:W3CDTF">2026-04-28T00:24:42Z</dcterms:created>
  <dcterms:modified xsi:type="dcterms:W3CDTF">2026-04-28T00:24:42Z</dcterms:modified>
</cp:coreProperties>
</file>